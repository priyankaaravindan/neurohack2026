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0e1fa4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0e1fa4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0e1fa4a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a0e1fa4a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a0e1fa4a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a0e1fa4a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a0e1fa4a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a0e1fa4a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a0e1fa4a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a0e1fa4a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0e1fa4a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0e1fa4a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a0e1fa4ae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a0e1fa4a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a0e1fa4a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a0e1fa4a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a0e1fa4a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a0e1fa4a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0e1fa4a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a0e1fa4a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FFFFF"/>
            </a:gs>
            <a:gs pos="96000">
              <a:srgbClr val="D9D9D9"/>
            </a:gs>
            <a:gs pos="100000">
              <a:srgbClr val="B3B3B3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Event-Related Potentials </a:t>
            </a:r>
            <a:r>
              <a:rPr lang="en-GB"/>
              <a:t>Classification</a:t>
            </a:r>
            <a:r>
              <a:rPr lang="en-GB"/>
              <a:t> using XDawn+LDA</a:t>
            </a:r>
            <a:r>
              <a:rPr lang="en-GB"/>
              <a:t> 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3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Preksha Joon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Priyanka Aravindan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Chinedu Obiefuna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2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ERP Dataset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21263"/>
            <a:ext cx="4260300" cy="20208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Each trial lasts 750 ms, so a 60-trial block takes ~45 s; over 5–6 minutes, this yields ~6–8 blocks (≈360–480 trials per participant; 3,600–4,800 total).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Each trial produces a 750 ms epoch; at 1000 Hz, that’s 750 samples per channel (~24,750 across 33 channels).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target-to-non-target ratio is 1:5, resulting in ~60–80 target epochs per participant.</a:t>
            </a:r>
            <a:endParaRPr sz="1395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831200" y="590525"/>
            <a:ext cx="4001100" cy="2548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Limitations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Severe class imbalance (1:5): Only ~17% of trials are targets. This limits the signal-to-noise ratio for target-locked ERPs (P300) compared to non-target averages, and can bias classifiers if used for BCI decoding.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Low target count (~60–80 per participant): After artifact rejection, the usable target epochs may drop below 50, which is marginal for stable single-subject ERP averages.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Small sample (N=10):  limited generalizability.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339200" y="3268800"/>
            <a:ext cx="6782400" cy="1756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Pros: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High efficiency: 360–480 trials in 5–6 minutes, with abundant non-target data (~83%) for strong signal-to-noise and ERP analysis (e.g., N170/VPP).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Clean design: Simple 500 ms stimulus + 250 ms silhouette structure enables clear epoching and straightforward preprocessing.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Pipeline</a:t>
            </a:r>
            <a:r>
              <a:rPr lang="en-GB"/>
              <a:t> </a:t>
            </a:r>
            <a:endParaRPr/>
          </a:p>
        </p:txBody>
      </p:sp>
      <p:pic>
        <p:nvPicPr>
          <p:cNvPr id="69" name="Google Shape;69;p15" title="eeg_pipeline_horizont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00" y="1402625"/>
            <a:ext cx="8841599" cy="23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Preprocessing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2942700" cy="15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Steps</a:t>
            </a:r>
            <a:endParaRPr sz="1500"/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1500"/>
              <a:t>Loss pass (0.1 Hz)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500"/>
              <a:t>High pass(30 Hz)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500"/>
              <a:t>ICA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3967200" y="1432800"/>
            <a:ext cx="4312800" cy="26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b="1" lang="en-GB" sz="1000">
                <a:solidFill>
                  <a:schemeClr val="dk2"/>
                </a:solidFill>
              </a:rPr>
              <a:t>Core idea:</a:t>
            </a:r>
            <a:r>
              <a:rPr lang="en-GB" sz="1000">
                <a:solidFill>
                  <a:schemeClr val="dk2"/>
                </a:solidFill>
              </a:rPr>
              <a:t> Separates EEG into independent sources → isolates brain activity vs artifacts (blinks, muscle).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b="1" lang="en-GB" sz="1000">
                <a:solidFill>
                  <a:schemeClr val="dk2"/>
                </a:solidFill>
              </a:rPr>
              <a:t>Why use it: </a:t>
            </a:r>
            <a:r>
              <a:rPr lang="en-GB" sz="1000">
                <a:solidFill>
                  <a:schemeClr val="dk2"/>
                </a:solidFill>
              </a:rPr>
              <a:t>Cleans data without rejecting trials, preserving statistical power.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b="1" lang="en-GB" sz="1000">
                <a:solidFill>
                  <a:schemeClr val="dk2"/>
                </a:solidFill>
              </a:rPr>
              <a:t>How it works:</a:t>
            </a:r>
            <a:r>
              <a:rPr lang="en-GB" sz="1000">
                <a:solidFill>
                  <a:schemeClr val="dk2"/>
                </a:solidFill>
              </a:rPr>
              <a:t> Assumes EEG = linear mix → estimates components → </a:t>
            </a:r>
            <a:r>
              <a:rPr b="1" lang="en-GB" sz="1000">
                <a:solidFill>
                  <a:schemeClr val="dk2"/>
                </a:solidFill>
              </a:rPr>
              <a:t>remove artifact ones </a:t>
            </a:r>
            <a:r>
              <a:rPr lang="en-GB" sz="1000">
                <a:solidFill>
                  <a:schemeClr val="dk2"/>
                </a:solidFill>
              </a:rPr>
              <a:t>→ reconstruct signal.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b="1" lang="en-GB" sz="1000">
                <a:solidFill>
                  <a:schemeClr val="dk2"/>
                </a:solidFill>
              </a:rPr>
              <a:t>Pipeline:</a:t>
            </a:r>
            <a:r>
              <a:rPr lang="en-GB" sz="1000">
                <a:solidFill>
                  <a:schemeClr val="dk2"/>
                </a:solidFill>
              </a:rPr>
              <a:t> Preprocess → run ICA → identify artifacts → remove → rebuild EEG.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b="1" lang="en-GB" sz="1000">
                <a:solidFill>
                  <a:schemeClr val="dk2"/>
                </a:solidFill>
              </a:rPr>
              <a:t>Benefits:</a:t>
            </a:r>
            <a:r>
              <a:rPr lang="en-GB" sz="1000">
                <a:solidFill>
                  <a:schemeClr val="dk2"/>
                </a:solidFill>
              </a:rPr>
              <a:t> Better SNR, clearer ERPs (e.g., N170, P300).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b="1" lang="en-GB" sz="1000">
                <a:solidFill>
                  <a:schemeClr val="dk2"/>
                </a:solidFill>
              </a:rPr>
              <a:t>Limitations:</a:t>
            </a:r>
            <a:r>
              <a:rPr lang="en-GB" sz="1000">
                <a:solidFill>
                  <a:schemeClr val="dk2"/>
                </a:solidFill>
              </a:rPr>
              <a:t> Needs enough data/channels; component labeling can be subjective.</a:t>
            </a:r>
            <a:endParaRPr sz="10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974400" y="914400"/>
            <a:ext cx="3535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2"/>
                </a:solidFill>
              </a:rPr>
              <a:t>Why ICA?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 (P300 vs N170 vs VPP)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600" y="1401025"/>
            <a:ext cx="7948799" cy="252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Modelling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621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Shrinkage LDA (due to small spiky dataset)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Traditional LDA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Cost sensitive SVM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MDM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XDAWN+Shrinkage LDA</a:t>
            </a:r>
            <a:endParaRPr/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5508000" y="445025"/>
            <a:ext cx="332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Validation and Testing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5752800" y="1240075"/>
            <a:ext cx="27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Subject- Hold out (8/1/1), (9/1)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K-Fold (70/10/20)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Insights and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 title="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1999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7993"/>
            <a:ext cx="9144001" cy="4547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 title="image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1282"/>
            <a:ext cx="9143998" cy="4140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440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433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Using Harmonic Mean Linear Discriminant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Specifying </a:t>
            </a:r>
            <a:r>
              <a:rPr lang="en-GB"/>
              <a:t>channels</a:t>
            </a:r>
            <a:r>
              <a:rPr lang="en-GB"/>
              <a:t> which can give good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Applying more signal processing techniques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Increasing dimensionality with polynomial harmonics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Expand this understanding for FlickerOddball</a:t>
            </a:r>
            <a:endParaRPr/>
          </a:p>
        </p:txBody>
      </p:sp>
      <p:sp>
        <p:nvSpPr>
          <p:cNvPr id="118" name="Google Shape;118;p22"/>
          <p:cNvSpPr txBox="1"/>
          <p:nvPr>
            <p:ph type="title"/>
          </p:nvPr>
        </p:nvSpPr>
        <p:spPr>
          <a:xfrm>
            <a:off x="4651200" y="445025"/>
            <a:ext cx="440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Practical Implications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524900" y="1152475"/>
            <a:ext cx="433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BCI Spellers: 81.6% cross-subject accuracy with 60 trials → plug-and-play, no calibration.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Attention Monitoring: Detect rare events from a single trial (1:5 odds).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Clinical Screening: Large P300 effect (d = 2.02) flags conditions; atypical responses are informative.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Small-Data Playbook: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&lt;20 subjects → domain features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Spatial boost → xDAWN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Fast models → Shrinkage LDA (seconds vs minutes)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Riemannian → only if 50+ subjects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The “Independent Components” of Natural Scenes are Edge Filters ANTHONY J. BELL*,† and TERRENCE J. SEJNOWSKI* *Howard Hughes Medical Institute, Computational Neurobiology Laboratory,1997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Simar, Cédric &amp; Petit, Robin &amp; Bozga, Nichita &amp; Leroy, Axelle &amp; Cebolla, Ana &amp; Petieau, Mathieu &amp; Bontempi, Gianluca &amp; Cheron, Guy. (2022). Riemannian classification of single-trial surface EEG and sources during checkerboard and navigational images in humans. PLOS ONE. 17. e0262417. 10.1371/journal.pone.0262417.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 sz="1700"/>
              <a:t>https://www.frontiersin.org/journals/neuroscience/articles/10.3389/fnins.2023.1133933/full?utm_source=chatgpt.com#S3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