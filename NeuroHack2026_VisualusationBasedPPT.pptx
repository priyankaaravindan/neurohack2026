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914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Classification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xDAWN + LDA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Oddball Paradigm  |  10 Subjects  |  32 EEG Channels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640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Epochs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1792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d=2.02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1792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 Effect Size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Preksha Joon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Aravindan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Chinedu Obiefuna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NeuroHack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Oddball (target/non-target)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subjects, 5-6 min each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EEG + 1 HEOG (dropped)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Hz, avg referenced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target + 300 non-target per subject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 class imbalance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ms ISI, [-200, 700] ms window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600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1:5 class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~60 targets per subject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(N=10) limits generalizability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3017520"/>
            <a:ext cx="73152" cy="1645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efficiency: 360 trials in 5 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design for easy epoching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non-target data for ERP averaging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" y="1051560"/>
            <a:ext cx="1280160" cy="4572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channels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087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719072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19072" y="1051560"/>
            <a:ext cx="128016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9"/>
          <p:cNvSpPr/>
          <p:nvPr/>
        </p:nvSpPr>
        <p:spPr>
          <a:xfrm>
            <a:off x="1719072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39112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56232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HEOG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32 EEG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Avg-ref rank 31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5351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163824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63824" y="1051560"/>
            <a:ext cx="128016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3163824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83864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00984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1Hz copy → fit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EOG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eye ICs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98264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08576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08576" y="1051560"/>
            <a:ext cx="1280160" cy="457200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24" name="Text 21"/>
          <p:cNvSpPr/>
          <p:nvPr/>
        </p:nvSpPr>
        <p:spPr>
          <a:xfrm>
            <a:off x="4608576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928616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45736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0.1–30 Hz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path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4301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053328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053328" y="1051560"/>
            <a:ext cx="1280160" cy="4572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0" name="Text 27"/>
          <p:cNvSpPr/>
          <p:nvPr/>
        </p:nvSpPr>
        <p:spPr>
          <a:xfrm>
            <a:off x="6053328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73368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190488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[-200, 700]ms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correct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epochs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87768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498080" y="1051560"/>
            <a:ext cx="128016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98080" y="1051560"/>
            <a:ext cx="1280160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0" y="1051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818120" y="1051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635240" y="1691640"/>
            <a:ext cx="1005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methods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eval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uses a two-track strategy: aggressively filtered copy for training, gently filtered original for ERP preservation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Preprocessing: Why ICA?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separates EEG into independent sources, isolating brain activity from artifacts (blinks, saccades, muscle). It cleans data </a:t>
            </a:r>
            <a:pPr indent="0" marL="0">
              <a:buNone/>
            </a:pPr>
            <a:r>
              <a:rPr lang="en-US" sz="1200" b="1" i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rejecting entire trials</a:t>
            </a:r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preserving statistical power for ERP analysis.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68880"/>
            <a:ext cx="265176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Surrogate EOG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VEOG = (Fp1+Fp2)/2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HEOG = F8 - F7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EEG channels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46888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246888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 IC Detection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2900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criteria voting system: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correlation + topography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ICLabel (need 2+ votes)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246888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468880"/>
            <a:ext cx="2651760" cy="54864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to Original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matrix from 1Hz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0.1-30 Hz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slow P300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Components &amp; Statistics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N170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Face-sensitive negative peak at posterior sites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-2.13 uV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amplitude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544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130-200 ms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54480" y="3493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P7/P8/PO9/PO10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877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5448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261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54480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.003**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4612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solidFill>
            <a:srgbClr val="D4883E"/>
          </a:solidFill>
          <a:ln/>
        </p:spPr>
      </p:sp>
      <p:sp>
        <p:nvSpPr>
          <p:cNvPr id="21" name="Text 18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VPP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38328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positive potential, frontal mirror of N170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46120" y="2286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+1.47 uV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24612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amplitude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8328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348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130-200 ms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38328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34840" y="3493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Cz/Fz/FC1/FC2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83280" y="3877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3484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383280" y="4261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434840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.023*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2648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1051560"/>
            <a:ext cx="2697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2"/>
          <p:cNvSpPr/>
          <p:nvPr/>
        </p:nvSpPr>
        <p:spPr>
          <a:xfrm>
            <a:off x="612648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P300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626364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detection response, strongest ERP effect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126480" y="2286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+4.30 uV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12648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amplitude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6364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250-500 ms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26364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315200" y="3493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Pz/CP1/CP2/Cz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63640" y="38770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31520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263640" y="42611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315200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&lt;.001***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Methods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1371600"/>
                <a:gridCol w="320040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amplitude in N170+P300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 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Ledoit-Wolf regularization for p &gt;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Cost-Sensitive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+ class weights + GridSearch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xDAWN + 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spatial filter maximizes ERP SNR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Strategy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57200" y="4023360"/>
            <a:ext cx="2651760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LOSO (9/1)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9 subjects, test on 1. Strictest cross-subject test.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91840" y="4023360"/>
            <a:ext cx="2651760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8328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8/1/1 Split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8328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train, 1 validation, 1 test. Checks model stability.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4023360"/>
            <a:ext cx="2651760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8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Pooled 70/10/20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per-subject split. Tests within-subject generalization.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LOSO Benchmark</a:t>
            </a:r>
            <a:endParaRPr lang="en-US" sz="2800" dirty="0"/>
          </a:p>
        </p:txBody>
      </p:sp>
      <p:pic>
        <p:nvPicPr>
          <p:cNvPr id="5" name="Image 1" descr="/home/claude/pdf_assets/ba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914400"/>
            <a:ext cx="33832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0" y="914400"/>
            <a:ext cx="73152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4"/>
          <p:cNvSpPr/>
          <p:nvPr/>
        </p:nvSpPr>
        <p:spPr>
          <a:xfrm>
            <a:off x="576072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607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xDAWN + LDA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7607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 balanced accuracy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07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over Traditional LDA (p=.037)</a:t>
            </a:r>
            <a:endParaRPr lang="en-US" sz="900" dirty="0"/>
          </a:p>
        </p:txBody>
      </p:sp>
      <p:pic>
        <p:nvPicPr>
          <p:cNvPr id="12" name="Image 2" descr="/home/claude/pdf_assets/heat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338328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 balanced accuracy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74320" y="3931920"/>
            <a:ext cx="5029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57200" y="4023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xDAWN learns optimal spatial filters from data, compressing 32 channels into 8 virtual channels that maximize target-evoked SNR. It bridges data-driven learning with regularized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914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xDAWN wins without domain knowledge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43000" y="1216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told where P300 is, yet outperforms hand-picked features. Learns optimal spatial filters directly from the data.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673352"/>
            <a:ext cx="8229600" cy="71323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719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 variability is the bottleneck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143000" y="20208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Sub-015 reaches 0.992 while sub-020 drops to 0.568. A 42-point gap on the same model — the algorithm isn't the limit, inter-subject differences are.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15184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5237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features beat basic features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43000" y="28254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LDA (192 features: mean+peak+variance) scores 0.754 vs Traditional LDA's 0.733 (64 features: mean only). Variance captures temporal stability.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57200" y="3282696"/>
            <a:ext cx="8229600" cy="71323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19856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3284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knowledge still matters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43000" y="3630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LDA (0.733) uses 60 years of ERP literature to pick exact windows. It beats any method that ignores this knowledge entirely.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24528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4133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ICA doesn't affect classification much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1430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vs without ICA: &lt;2% difference in balanced accuracy. ICA matters for ERP amplitude statistics, not for coarse binary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Practical Implications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LDA for better class separation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importance analysis (which electrodes drive results)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signal processing (wavelet, time-frequency)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 expansion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FlickerOddball paradigm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Riemannian alignment for cross-subject transfer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73152" cy="36576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Implications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BCI Spellers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9933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 cross-subject with 60 trials.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in, skip calibration, start typing.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Monitoring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27066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rare events from a single trial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1:5 odds. ATC, surgical monitoring.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Screening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34198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 effect (d=2.02) flags neurological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conditions. Failures are diagnostic too.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0" y="3877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Small-Data Playbook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4133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 subjects: domain features.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boost: xDAWN. Speed: Shrinkage LDA.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Bell, A.J. &amp; Sejnowski, T.J. (1997). The 'Independent Components' of Natural Scenes are Edge Filters. Vision Research, 37(23), 3327-3338.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Simar, C., Petit, R., et al. (2022). Riemannian classification of single-trial surface EEG and sources during checkerboard and navigational images. PLOS ONE, 17, e0262417.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Rivet, B., Souloumiac, A., Attina, V. &amp; Gibert, G. (2009). xDAWN Algorithm to Enhance Evoked Potentials. IEEE Trans. Biomedical Engineering, 56(8), 2035-2043.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Barachant, A., Bonnet, S., Congedo, M. &amp; Jutten, C. (2012). Multi-class Brain-Computer Interface Classification by Riemannian Geometry. IEEE Trans. Biomedical Engineering, 59(4), 920-928.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Ledoit, O. &amp; Wolf, M. (2004). A well-conditioned estimator for large-dimensional covariance matrices. Journal of Multivariate Analysis, 88(2), 365-411.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Classification using xDAWN+LDA</dc:title>
  <dc:subject>PptxGenJS Presentation</dc:subject>
  <dc:creator>NeuroHack 2026</dc:creator>
  <cp:lastModifiedBy>NeuroHack 2026</cp:lastModifiedBy>
  <cp:revision>1</cp:revision>
  <dcterms:created xsi:type="dcterms:W3CDTF">2026-03-22T16:21:16Z</dcterms:created>
  <dcterms:modified xsi:type="dcterms:W3CDTF">2026-03-22T16:21:16Z</dcterms:modified>
</cp:coreProperties>
</file>